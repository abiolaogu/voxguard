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Anti-Call Masking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What is Call Masking Fraud?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How Our System Works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Key Components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Performance &amp; Capabilities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NCC Compliance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Your Role in the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What is Call Masking Fraud?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Call Masking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Generate dozens of fake phone numbers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Call the same victim from different "identities"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Evade traditional fraud detection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Execute scams with apparent legitimacy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The Attack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Impact on Nigeria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How Our System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Detection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A-Numbers: Callers (source)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B-Numbers: Destinations (target)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Time Windows: Calls within seconds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5+ different callers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Same destination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Within 5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Processing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Response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Detection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Pattern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1ms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SOC Notified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Immediate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Auto-disconnect 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Calls Terminated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5ms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NCC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Daily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06:00 WAT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Key Components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Component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Real-time fraud detection (Rust)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DragonflyDB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In-memory sliding window cache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QuestDB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Time-series event storage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YugabyteDB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Configuration and alert storage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ClickHouse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Long-term analytics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Management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 and integrations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Dashboard Interface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Performance &amp; Capabilities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Key Performance Metrics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Why We're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Rust Engine: Memory-safe, zero-cost abstractions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io_uring: Kernel-bypass I/O for minimal latency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In-Memory Cache: DragonflyDB for microsecond lookups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Lock-Free Design: No contention bottlenecks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Horizontal Scaling: Add nodes as traffic grows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Comparison to Alternatives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ACM Platform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Industry Standard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1ms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100ms+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150K+ CPS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10K CPS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Post-processing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NCC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NCC Compliance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Regulatory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Automated daily report generation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SFTP upload to NCC by 06:00 WAT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ATRS (Automated Trouble Reporting System) integration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5-year audit log retention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Data residency in Nigeria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Daily NCC Report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Incident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Unique alert identifier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When attack was detected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B-Number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Targeted destination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A-Number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Number of spoofed callers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Response (blocked/alerted)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Final disposition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Compliance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✓ Daily reports submitted on time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✓ ATRS integration active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✓ Audit logs retained (5 years)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✓ Data residency compliant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✓ Monthly summaries generated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Your Role in the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SOC Analysts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Monitor real-time alerts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Investigate suspicious patterns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Take action on confirmed fraud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Document incidents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Alert Dashboard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Investigation View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Disconnect Controls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Whitelist Management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Network Administrators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Monitor system health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Manage capacity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Deploy updates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Troubleshoot issues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Grafana Dashboards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Prometheus Alerts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Docker/Kubernetes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Log Analysis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Compliance Officers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Verify NCC compliance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Review reports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Support audits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Track regulations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NCC Reports Section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Audit Log Viewer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Compliance Dashboard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Export Functions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Executives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Fraud reduction metrics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System ROI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Compliance status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Trend analysis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Executive Summary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Monthly Reports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KPI Tracking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Benchmark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Call masking is a serious fraud threatening Nigerian telecom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Our platform detects attacks in under 1 millisecond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We process 150,000+ calls per second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NCC compliance is fully automated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Every team has a role in protecting our network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Admin Training (30 min)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SOC Analyst Training (45 min)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Developer Training (45 min)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