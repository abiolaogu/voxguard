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837"/>
                </a:solidFill>
              </a:defRPr>
            </a:pPr>
            <a:r>
              <a:t>Technical Capabilities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Demo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System Architecture Deep-Dive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Detection Engine Demo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API Capabilities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NCC Integration Points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Reporting System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Dashboard Walkthrough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Performance Benchmarks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High-Level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Component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65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Detection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Rust + io_uring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Real-time pattern detection (&lt;1ms)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DragonflyDB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Redis-compatible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Sliding window state (in-memory)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QuestDB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Time-series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Call event storage (90 days)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YugabyteDB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Distributed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Alerts, config, audit logs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ClickHouse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Long-term analytics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Management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Rust + Axum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REST API, webhooks, dashboard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Detection Engine Internals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SIP INVITE arrives at OpenSIPS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OpenSIPS calls ACM API with A/B numbers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Detection Engine checks sliding window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If threshold met → Generate alert, optionally block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Event stored in QuestDB for audit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Alert stored in YugabyteDB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Response returned to OpenSIPS (&lt;5ms total)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Webhook notifications sent (async)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Detection Engine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Demo: Single Event Submission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Demo: Event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Demo: Triggering an Alert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Demo: Alert Generated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Demo: View Alert Details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API Capabilities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API Endpoint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857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/api/v1/events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Submit call event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/api/v1/events/batch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Batch submission (up to 1000)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/api/v1/alerts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List alerts (with filters)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/api/v1/alerts/{id}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GET/PATCH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Get/update alert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/api/v1/alerts/{id}/disconnect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Disconnect calls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/api/v1/webhooks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GET/POST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Manage webhooks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/api/v1/config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GET/PATCH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System configuration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Authentication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High-throughput events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OpenSIPS integration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No expiration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Dashboard access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Third-party integrations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Scoped permissions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Webhook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NCC Integration Points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ATRS API Integration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ATRS OAuth Flow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Daily Report Upload (SFTP)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Generation: 04:00-05:00 WAT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Upload: 05:00-06:00 WAT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Confirmation logged by 06:00 WAT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Report Fields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857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incident_id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Unique alert ID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detected_at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ISO 8601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Detection timestamp (WAT)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b_number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E.164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Target phone number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a_number_count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Number of distinct callers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LOW/MEDIUM/HIGH/CRITICAL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ALERTED/DISCONNECTED/BLOCKED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CONFIRMED_FRAUD/FALSE_POSITIVE/PENDING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Data Residency Compliance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Storage Location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Retention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Call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Lagos 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 days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Lagos DC + Abuja 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365 days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Audit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Lagos DC + 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 years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NCC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Lagos DC + 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 years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Reporting System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Report Types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Report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Delivery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NCC Daily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SFTP + ATRS API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NCC Monthly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SFTP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Operator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Real-time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Web Portal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Executive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Weekly/Monthly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PDF + Email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Audit Trail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On-demand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CSV/PDF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Sample Monthly Summary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Dashboard Walkthrough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Main Dashboard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Alert Detail View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Performance Benchmarks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Latency Distribution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Percentile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Detection Latency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API Response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P50 (Median)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1.2ms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2.5ms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4.1ms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P99.9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1.2ms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7.8ms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Throughput Benchmarks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Reliability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System 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99.99%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99.995%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Detection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99.82%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False Positive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0.18%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NCC Report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Technical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&lt;1ms detection latency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150K+ sustained CPS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Full REST API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Real-time webhooks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Comprehensive audit trails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ATRS API (OAuth 2.0)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Daily SFTP reports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Nigeria data residency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5-year retention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NDPR compliant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Technical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What credentials do we need from NCC?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How do we test the integration?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What's the deployment timeline?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How do we handle false positives?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837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