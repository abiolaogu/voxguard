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SOC Analyst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Completed System Overview training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SOC Analyst dashboard credentials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Understanding of telecommunications basics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Familiarity with fraud detection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Understanding Call Masking Attacks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Dashboard Navigation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Alert Management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Investigation Techniques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Response Actions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Whitelist Management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Reporting &amp; Documentation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Understanding Call Masking Attacks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Attack Anatomy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Why Attackers Use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Evade call blocking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Appear legitimate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Overwhelm targets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Hide true identity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Bank impersonation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Government fraud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Prize/lottery scams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Tech support fraud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Detection Criteria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Configurable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Minimum A-numbers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(3-20)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 (1-30s)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Cooldown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Severity Levels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A-Numbers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Response SLA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Auto-Action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Auto-disconnect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Dashboard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Main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Navigation Menu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Shortcut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 monitoring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 + 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queue and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 + A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Charts and 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 + N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Generate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 + 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Whitelist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 exemptions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 + 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Real-Time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Auto-updates every second via WebSocket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Color-coded by severity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Click any alert to view details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Filter by severity, status, or time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Sound alerts for CRITICAL events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Key Metrics Explained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Alert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Alert Queue 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Alert Lifecycle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Just detected, needs attention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ACKNOWLEDGED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Analyst has seen 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INVESTIGATING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Active investigation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Action taken, closed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Alert Detail 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Available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857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Shortcut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Take ownership of alert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Investigate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Start formal investigation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Terminate active calls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Block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Block A-number pattern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Add investigation note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Escalate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Send to supervisor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Resolve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 as handled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Bulk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Select multiple alerts using checkboxes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Or use Shift + click for range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Click "Bulk Actions" dropdown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Acknowledge All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Assign To...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Export Selected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Mark False Positive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Mark False Positive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Investigation Techniques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Investigation Workflow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Pattern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Sequential A-numbers (e.g., +234-801-1111, +234-801-1112...)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All calls from same SIP trunk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B-number is a personal mobile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Calls outside business hours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International trunk with local CLIs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Pattern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B-number is known call center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B-number is IVR/conference bridge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Previous whitelist requests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A-numbers are known business lines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Pattern matches business operations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B-Number History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Source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 Type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 Level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Typical 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Unknown International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Block + Escalate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Known Partner Trunk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Investigate + Notify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Internal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Verify + Whitelist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Decision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Confirmed fraud, calls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Disconnect immediately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Confirmed fraud, calls 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Document + Block pattern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Likely legitimate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Verify + Add to whitelist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Uncertain, need more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Escalate to supervisor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Known false positive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 FP + Update whitelist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Response Actions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Disconnecting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Confirm alert is genuine fraud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Click "Disconnect" or press 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Select calls to disconnect (or "All")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Confirm action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Add note explaining decision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Blocking Patterns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 When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Exact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+234-801-111-1111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 bad actor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Prefix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+234-801-111-*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Sequential range attack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Trunk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SIP/trunk-suspect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Compromised gateway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Escalation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Attack involves 10+ A-numbers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Multiple B-numbers targeted simultaneously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Source is a known partner trunk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Uncertain about appropriate action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VIP/high-profile target involved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Potential NCC reporting required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Documentation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Classification: Fraud / False Positive / Unknown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Actions Taken: What you did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Justification: Why you did it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Follow-up: Any pending items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Whitelist Management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When to Whitelist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Call centers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Conference bridges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IVR systems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Emergency services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Verified business lines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Personal mobile numbers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Unverified requests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Numbers with fraud history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Temporary workarounds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Adding to Whitelist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Navigate to Configuration &gt; Whitelist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Click "Add Entry"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Enter B-number (with country code)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Provide business justification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Set expiration date (recommended)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Attach supporting documentation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Submit for approval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Whitelist Entry Form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Whitelist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Review Frequency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 entries expiring soon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 high-activity entries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Quarterly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whitelist 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Reporting &amp; Documentation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Shift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Total alerts handled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Open alerts (with status)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Escalations pending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Notable incidents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System issues encountered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Whitelist changes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Incident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10+ A-numbers in single attack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Multiple B-numbers targeted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VIP/sensitive target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Media attention potential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NCC notification required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NCC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Ensure alerts are properly classified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Document actions taken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Flag major incidents for inclusion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Review weekly compliance summary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Exporting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Export Type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CSV,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Management reports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Investigation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Law enforcement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CSV,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Analysis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Compliance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Best Practices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Efficiency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Use keyboard shortcuts - Much faster than clicking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Set up filters - Focus on your assigned severity levels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Use multiple monitors - Dashboard + Alert detail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Create saved searches - Common investigation queries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Take regular breaks - Alert fatigue is real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Don't disconnect without verification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Don't whitelist without documentation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Don't ignore LOW severity alerts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Don't skip documentation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Don't handle outside your authority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Response Time Guidelines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Acknowledge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Resolve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hours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Shift end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When in Doubt...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Understand the threat - Know how masking attacks work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Use the tools - Dashboard, shortcuts, filters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Investigate thoroughly - Check patterns, history, sources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Act appropriately - Match response to threat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Document everything - Protect yourself and help others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Know when to escalate - Don't handle alone when uncertain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SOC_ANALYST_MANUAL.md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USER_MANUAL.md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runbook.md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Supervisor on shift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Slack: #soc-support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Escalation: PagerDuty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