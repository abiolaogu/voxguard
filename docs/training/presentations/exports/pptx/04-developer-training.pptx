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837"/>
                </a:solidFill>
              </a:defRPr>
            </a:pPr>
            <a:r>
              <a:t>Developer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Completed System Overview training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API credentials (sandbox environment)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Familiarity with REST APIs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Understanding of JSON and HTTP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Development environment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API Architecture Overview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Authentication &amp; Authorization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Core API Endpoints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Event Submission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Alert Integration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Webhooks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Error Handling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Best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API Architecture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Integration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API Endpoints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Base URL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/api/v1/events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Submit call events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/api/v1/alerts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Query/manage alerts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/api/v1/config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System configuration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Webhooks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/api/v1/webhooks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Manage subscriptions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System status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API 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Breaking changes = new major version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Additive changes = same version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Deprecated endpoints: 6 months notice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Rate Limits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Rate Limit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Burst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Event 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150,000/sec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200,000/sec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1,000/min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2,000/min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100/min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200/min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Batch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100/min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150/min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Authentication &amp; Authorization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Authentication Methods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API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Server-to-server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X-API-Key: key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OAuth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User-facing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Authorization: Bearer token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mTLS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High-security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Client certificate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API Key Authentication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OAuth 2.0 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Using Bearer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Tokens expire in 1 hour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Request new token before expiry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Implement automatic refresh in your client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Permission Scopes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265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Permissions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events:write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Submit call events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alerts:read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Query alerts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alerts:write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Update alert status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config:read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Read configuration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config:write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Modify configuration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webhooks:manage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Manage webhook subscriptions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Core API Endpoints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Health Check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API Discovery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Common Response Format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Event Submission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Single Event Submission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Event Fields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65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Caller ID (E.164 format)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Destination (E.164 format)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ISO 8601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Event time (default: now)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call_id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Unique call identifier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trunk_id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Source trunk identifier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Additional context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Event Response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Batch Event Submission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Latency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Use persistent HTTP connections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Deploy close to ACM servers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Use batch submission for high volume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Implement async submission if possible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Alert Integration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List Alerts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new, acknowledged, resolved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critical, high, medium, low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ISO 8601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Alerts after this time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Max results (default: 100)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Pagination offset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Alert Response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Get Single Alert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Update Alert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confirmed_fraud - Verified fraud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false_positive - Legitimate traffic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inconclusive - Unable to determine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Disconnect Calls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Webhooks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Webhook Architecture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Register Webhook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Available Events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265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Event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Triggered When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alert.created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 alert detected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alert.updated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 status changed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alert.resolved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 marked resolved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calls.disconnected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Calls terminated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whitelist.updated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Whitelist changed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system.health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Health status change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Webhook Payload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Signature Verification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Webhook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Respond quickly - Return 200 within 5 seconds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Process async - Queue events for processing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Handle duplicates - Events may be retried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Verify signatures - Always validate authenticity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Log everything - Keep webhook logs for debugging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Error Handling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HTTP Status Codes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857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Process response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Accepted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Event queued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Bad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Fix request data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Unauthorized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Check credentials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Forbidden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Check permissions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Rate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Backoff and retry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Server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Retry with backoff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Error Response Format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Error Codes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265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VALIDATION_ERROR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Invalid input data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AUTH_FAILED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Authentication failed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PERMISSION_DENIED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Insufficient permissions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RESOURCE_NOT_FOUND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Alert/resource doesn't exist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RATE_LIMITED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Too many requests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INTERNAL_ERROR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Server-side error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Retry Strategy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Circuit Breaker Pattern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Best Practices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Integration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[ ] Use HTTPS for all API calls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[ ] Store credentials securely (env vars/secrets manager)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[ ] Implement proper error handling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[ ] Add retry logic with exponential backoff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[ ] Validate webhook signatures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[ ] Log all API interactions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[ ] Monitor for rate limiting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[ ] Test in sandbox before production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Performance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Connection pooling - Reuse HTTP connections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Batch requests - Group events when possible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Async processing - Don't block on API calls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Local caching - Cache config/whitelist data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Compression - Use gzip for large payloads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Security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[ ] Never log sensitive data (API keys, tokens)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[ ] Rotate API keys regularly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[ ] Use minimal required scopes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[ ] Validate all webhook payloads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[ ] Use separate keys for prod/staging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[ ] Implement request signing for high-security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Testing Strategy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Environment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Sandbox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Development &amp;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Synthetic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Integration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Anonymized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Live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Monitoring Your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API response times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Error rates by type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Rate limit headroom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Webhook delivery success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Event processing latency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Authentication - API Keys or OAuth 2.0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Events - Single or batch submission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Alerts - Query, update, disconnect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Webhooks - Real-time notifications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Errors - Retry with backoff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Security - Validate, encrypt, audit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API_DEVELOPER_MANUAL.md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DEVELOPER_MANUAL.md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OpenAPI spec: /api/v1/openapi.json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Slack: #api-support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Email: api@yourcompany.com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GitHub: Issues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837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