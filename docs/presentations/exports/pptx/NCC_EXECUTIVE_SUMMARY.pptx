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6837"/>
                </a:solidFill>
              </a:defRPr>
            </a:pPr>
            <a:r>
              <a:t>Anti-Call Masking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The Call Masking Problem in Nigeria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Our Solution Overview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Compliance with NCC Regulations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Performance &amp; Capabilities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Implementation Results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Partnership Opportunities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The Call Masking Problem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What is Call Masking?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Bank impersonation to steal credentials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Government agency fraud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Business email compromise calls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Targeted harassment campaigns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The Multi-Call Masking Attack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Impact on Nigeria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Why Traditional Solutions Fail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Traditional Approach</a:t>
                      </a:r>
                    </a:p>
                  </a:txBody>
                  <a:tcPr>
                    <a:solidFill>
                      <a:srgbClr val="0068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Limitation</a:t>
                      </a:r>
                    </a:p>
                  </a:txBody>
                  <a:tcPr>
                    <a:solidFill>
                      <a:srgbClr val="00683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Post-call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Fraud detected after damage done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Static blacklists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Attackers use new numbers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Manual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Cannot scale to millions of calls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Pattern rules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Too slow (100ms+ latency)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Our Solution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Anti-Call Masking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✓ Real-time detection (sub-millisecond)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✓ Automatic call disconnection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✓ Pattern-based blocking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✓ Full NCC compliance and reporting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How It Works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Detection Algorithm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5715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0068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Default</a:t>
                      </a:r>
                    </a:p>
                  </a:txBody>
                  <a:tcPr>
                    <a:solidFill>
                      <a:srgbClr val="0068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006837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Threshold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 callers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Minimum distinct A-numbers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Window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 seconds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Time period for counting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Auto-disconnect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Immediate response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Rust detection engine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In-memory sliding windows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Zero-copy processing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Lock-free algorithms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High availability (99.99%)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Horizontal scaling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Disaster recovery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Full audit trails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NCC Compliance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Regulatory Alignment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810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NCC Requirement</a:t>
                      </a:r>
                    </a:p>
                  </a:txBody>
                  <a:tcPr>
                    <a:solidFill>
                      <a:srgbClr val="0068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Our Implementation</a:t>
                      </a:r>
                    </a:p>
                  </a:txBody>
                  <a:tcPr>
                    <a:solidFill>
                      <a:srgbClr val="00683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CLI 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✓ Real-time format validation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Fraud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✓ Sub-millisecond detection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Incident Reporting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✓ Automated daily reports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Data Retention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✓ 5-year audit trails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Data Residency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✓ Nigeria-only storage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ATRS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OAuth 2.0 secure authentication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Automated incident submission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Real-time status synchronization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Audit trail for all submissions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Daily Reporting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Data Protection (NDPR)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810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NDPR Requirement</a:t>
                      </a:r>
                    </a:p>
                  </a:txBody>
                  <a:tcPr>
                    <a:solidFill>
                      <a:srgbClr val="0068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Implementation</a:t>
                      </a:r>
                    </a:p>
                  </a:txBody>
                  <a:tcPr>
                    <a:solidFill>
                      <a:srgbClr val="00683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Encryption at 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AES-256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Encryption in Transit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TLS 1.3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Access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Role-based (RBAC)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Audit Logging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Comprehensive, 5-year retention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Data Minimization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Only necessary fields stored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Performance &amp; Capabilities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Key Performance Metrics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Comparison to Industry Standards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068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ACM Platform</a:t>
                      </a:r>
                    </a:p>
                  </a:txBody>
                  <a:tcPr>
                    <a:solidFill>
                      <a:srgbClr val="0068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Industry Average</a:t>
                      </a:r>
                    </a:p>
                  </a:txBody>
                  <a:tcPr>
                    <a:solidFill>
                      <a:srgbClr val="00683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Detection Latency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&lt; 1ms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100-500ms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Throughput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150,000+ CPS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10,000 CPS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False Positive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&lt; 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1-5%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Detection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Real-time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Post-processing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Scalability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Horizontal scaling: Add capacity on demand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Peak handling: 200,000+ CPS burst capacity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Multi-region: Lagos + Abuja deployment ready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Future-proof: Architecture supports 500K+ CPS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Implementation Results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Deployment Success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Case Study: Major Attack Prevention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Attack Type:</a:t>
                      </a:r>
                    </a:p>
                  </a:txBody>
                  <a:tcPr>
                    <a:solidFill>
                      <a:srgbClr val="0068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Coordinated masking campaign</a:t>
                      </a:r>
                    </a:p>
                  </a:txBody>
                  <a:tcPr>
                    <a:solidFill>
                      <a:srgbClr val="00683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Target: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Banking customers (500+ numbers)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Detection Time: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0.8 milliseconds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Calls Blocked: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2,340 fraudulent calls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Estimated Savings: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₦45+ million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Customer Feedback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Partnership Opportunities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What We Need from NCC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ATRS API Access: Production credentials for reporting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SFTP Credentials: Secure upload channel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Technical Liaison: Point of contact for integration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Regulatory Guidance: Updates on CLI requirements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Industry Coordination: Cross-operator threat sharing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What We Offer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Real-time Detection: Protect Nigerian consumers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Full Compliance: Meet all NCC requirements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Automated Reporting: Daily incident reports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Industry Intelligence: Threat pattern sharing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Technical Support: Dedicated integration team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Implementation Timeline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Technical deep-dive session (30 min)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NCC credential application submission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Integration kickoff meeting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Testing environment setup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Production deployment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₦22B+ annual fraud losses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Millions of affected Nigerians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Traditional solutions too slow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Sub-millisecond detection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150,000+ CPS capacity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Full NCC compliance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6837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