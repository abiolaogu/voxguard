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Administrator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Completed the System Overview training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Admin credentials for the platform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Access to the infrastructure (SSH/VPN)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Familiarity with Docker and Linux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Infrastructure Overview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Deployment &amp;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Monitoring &amp; Health Checks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Database Administration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Security Management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Maintenance Procedures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Troubleshooting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Infrastructure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Production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Service Inventory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Instances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detection-engine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64GB each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management-api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32GB each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dragonfly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128GB each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questdb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9000/9009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64GB each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yugabytedb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64GB each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clickhouse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8123/9000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128GB each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Network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25-100 Gbps between nodes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&lt;1ms latency requirement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Dedicated VLAN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SIP Switch: TCP 8080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Dashboard: TCP 443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NCC SFTP: TCP 22 outbound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Deployment &amp; Configuration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Docker Compose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Configuration Files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docker-compose.yml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 definitions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config/detection.toml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engine config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config/prometheus.yml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Metrics scraping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.env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Environment variables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config/ncc/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NCC integration settings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Key Configuration Parameters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Environment Variables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Rolling Updates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Monitoring &amp; Health Checks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Grafana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ACM Overview - System-wide metrics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Detection Engine - CPS, latency, alerts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Database Health - All database metrics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NCC Compliance - Report status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Critical Metrics to Monitor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Warning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Detection Latency 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0.8ms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1ms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CPU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85%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Memory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90%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DragonflyDB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90%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Disk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85%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Error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Health Check Endpoints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Prometheus Alerts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Log Management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Database Administration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DragonflyDB Management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QuestDB Management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YugabyteDB Management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ClickHouse Management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Backup Procedures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Security Management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API Key Management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User Management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TLS Certificate Management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Audit Log Review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Maintenance Procedures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Daily Checks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Weekly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Review and rotate logs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Check disk space trends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Verify backup integrity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Review security alerts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Update documentation if needed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Test DR failover (monthly)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Data Retention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Auto-purge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Archive then purge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Audit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Archive to cold storage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Aggregate then purge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Auto-purge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Scaling Procedures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Troubleshooting Guide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High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Check DragonflyDB memory: redis-cli INFO memory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Check CPU usage: docker stats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Check network latency: ping -c 10 dragonfly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Review recent config changes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Scale up detection engines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Increase DragonflyDB memory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Check for network issues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Service Not Starting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Database Connection Issues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NCC Report Failures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Emergency Procedures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Notify SOC team immediately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Enable bypass mode on SIP switch (if available)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Check infrastructure (power, network, storage)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Restart services: docker compose restart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If persistent, initiate DR failover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Document incident for post-mortem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Escalation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Response Time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Escalate To</a:t>
                      </a:r>
                    </a:p>
                  </a:txBody>
                  <a:tcPr>
                    <a:solidFill>
                      <a:srgbClr val="006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On-call + Manager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On-call Engineer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Platform Team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Next business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Support Queue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Infrastructure: Multi-node, highly available deployment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Deployment: Docker Compose with rolling updates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Monitoring: Grafana, Prometheus, Loki stack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Databases: DragonflyDB, QuestDB, YugabyteDB, ClickHouse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Security: API keys, TLS, audit logging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Maintenance: Daily checks, weekly tasks, retention policies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837"/>
                </a:solidFill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docs/manuals/ADMIN_MANUAL.md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docs/runbook.md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docs/technical/SYSTEM_REQUIREMENTS.md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Slack: #acm-platform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Email: platform@company.com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On-call: PagerDuty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837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